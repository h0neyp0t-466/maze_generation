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4630400" cy="8229600"/>
  <p:notesSz cx="8229600" cy="14630400"/>
  <p:embeddedFontLst>
    <p:embeddedFont>
      <p:font typeface="Raleway" pitchFamily="2" charset="0"/>
      <p:regular r:id="rId13"/>
    </p:embeddedFont>
    <p:embeddedFont>
      <p:font typeface="Roboto" panose="02000000000000000000" pitchFamily="2" charset="0"/>
      <p:regular r:id="rId14"/>
      <p:bold r:id="rId15"/>
    </p:embeddedFont>
    <p:embeddedFont>
      <p:font typeface="Roboto Bold" panose="02000000000000000000" charset="0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E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5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320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2843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Maze Generation and Solving using C++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8615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Implementation using DFS and BFS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121116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810" y="5128736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56440" y="5104209"/>
            <a:ext cx="2358866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by 628 Umer awan</a:t>
            </a:r>
            <a:endParaRPr lang="en-US" sz="2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F3B9EE-12E9-4E6D-1741-FE231AF0EF38}"/>
              </a:ext>
            </a:extLst>
          </p:cNvPr>
          <p:cNvSpPr/>
          <p:nvPr/>
        </p:nvSpPr>
        <p:spPr>
          <a:xfrm>
            <a:off x="6136395" y="4990641"/>
            <a:ext cx="3007607" cy="649995"/>
          </a:xfrm>
          <a:prstGeom prst="rect">
            <a:avLst/>
          </a:prstGeom>
          <a:solidFill>
            <a:schemeClr val="bg1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72EB4D-85DB-8B7D-A5A2-B5500A147964}"/>
              </a:ext>
            </a:extLst>
          </p:cNvPr>
          <p:cNvSpPr/>
          <p:nvPr/>
        </p:nvSpPr>
        <p:spPr>
          <a:xfrm>
            <a:off x="11543841" y="7577115"/>
            <a:ext cx="3007607" cy="649995"/>
          </a:xfrm>
          <a:prstGeom prst="rect">
            <a:avLst/>
          </a:prstGeom>
          <a:solidFill>
            <a:schemeClr val="bg1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305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Purpose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Generate and solve a maze programmatically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Maze generation using DFS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Maze solving using BFS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526434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representation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19961F1-E8CA-6440-63BB-7D93DC36FF19}"/>
              </a:ext>
            </a:extLst>
          </p:cNvPr>
          <p:cNvSpPr/>
          <p:nvPr/>
        </p:nvSpPr>
        <p:spPr>
          <a:xfrm>
            <a:off x="11512626" y="7491470"/>
            <a:ext cx="3007607" cy="649995"/>
          </a:xfrm>
          <a:prstGeom prst="rect">
            <a:avLst/>
          </a:prstGeom>
          <a:solidFill>
            <a:schemeClr val="bg1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3609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Code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4340185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903839" y="434018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Components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03839" y="4830604"/>
            <a:ext cx="69327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Cell Struct, Maze Class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CE401A-2C5B-2C73-24B0-4F91A25CA210}"/>
              </a:ext>
            </a:extLst>
          </p:cNvPr>
          <p:cNvSpPr/>
          <p:nvPr/>
        </p:nvSpPr>
        <p:spPr>
          <a:xfrm>
            <a:off x="11523644" y="7491469"/>
            <a:ext cx="3007607" cy="649995"/>
          </a:xfrm>
          <a:prstGeom prst="rect">
            <a:avLst/>
          </a:prstGeom>
          <a:solidFill>
            <a:schemeClr val="bg1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546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Maze Class Overview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203615"/>
            <a:ext cx="3664863" cy="1322189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28224" y="3438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928467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DFS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203615"/>
            <a:ext cx="3664863" cy="1322189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919901" y="3438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Start/Exit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928467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Configuration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752618"/>
            <a:ext cx="3664863" cy="1322189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28224" y="4987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Visualization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5477470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 maze structure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4685467" y="4752618"/>
            <a:ext cx="3664863" cy="1322189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19901" y="4987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Solving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919901" y="5477470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BFS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16988"/>
            <a:ext cx="59651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Maze Generation (DFS)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605111" y="2665928"/>
            <a:ext cx="30480" cy="3946565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845022" y="3160990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365200" y="292107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47485" y="3006090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7867888" y="2892743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 current cell as visited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845022" y="4204335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365200" y="396442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31650" y="4049435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7867888" y="3936087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Shuffle neighboring cells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845022" y="5247680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365200" y="500776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529507" y="5092779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3"/>
          <p:cNvSpPr/>
          <p:nvPr/>
        </p:nvSpPr>
        <p:spPr>
          <a:xfrm>
            <a:off x="7867888" y="4979432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Recursively visit unvisited neighbors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6845022" y="6291024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365200" y="605111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27482" y="6136124"/>
            <a:ext cx="185738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650" dirty="0"/>
          </a:p>
        </p:txBody>
      </p:sp>
      <p:sp>
        <p:nvSpPr>
          <p:cNvPr id="20" name="Text 17"/>
          <p:cNvSpPr/>
          <p:nvPr/>
        </p:nvSpPr>
        <p:spPr>
          <a:xfrm>
            <a:off x="7867888" y="6022777"/>
            <a:ext cx="59687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 walls between them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164586-62E5-5526-5472-EDACC0F7F420}"/>
              </a:ext>
            </a:extLst>
          </p:cNvPr>
          <p:cNvSpPr/>
          <p:nvPr/>
        </p:nvSpPr>
        <p:spPr>
          <a:xfrm>
            <a:off x="11622793" y="7579605"/>
            <a:ext cx="3007607" cy="649995"/>
          </a:xfrm>
          <a:prstGeom prst="rect">
            <a:avLst/>
          </a:prstGeom>
          <a:solidFill>
            <a:schemeClr val="bg1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9000" y="447080"/>
            <a:ext cx="4065032" cy="508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Maze Visualization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000" y="1280279"/>
            <a:ext cx="812959" cy="13007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25798" y="1442799"/>
            <a:ext cx="12435602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 as ASCII art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00" y="2581037"/>
            <a:ext cx="812959" cy="130075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25798" y="2743557"/>
            <a:ext cx="12435602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Walls: +--- or |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000" y="3881795"/>
            <a:ext cx="812959" cy="13007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25798" y="4044315"/>
            <a:ext cx="12435602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Start: S</a:t>
            </a:r>
            <a:endParaRPr lang="en-US" sz="12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000" y="5182553"/>
            <a:ext cx="812959" cy="130075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25798" y="5345073"/>
            <a:ext cx="12435602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Exit: E</a:t>
            </a:r>
            <a:endParaRPr lang="en-US" sz="12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9000" y="6483310"/>
            <a:ext cx="812959" cy="130075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625798" y="6645831"/>
            <a:ext cx="12435602" cy="260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Path: \*</a:t>
            </a:r>
            <a:endParaRPr lang="en-US" sz="12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0CB415-EB46-89A7-5E6B-FFC7BD15F297}"/>
              </a:ext>
            </a:extLst>
          </p:cNvPr>
          <p:cNvSpPr/>
          <p:nvPr/>
        </p:nvSpPr>
        <p:spPr>
          <a:xfrm>
            <a:off x="11512626" y="7481104"/>
            <a:ext cx="3007607" cy="649995"/>
          </a:xfrm>
          <a:prstGeom prst="rect">
            <a:avLst/>
          </a:prstGeom>
          <a:solidFill>
            <a:schemeClr val="bg1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853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Start and Exit Points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3634264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4428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Start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280190" y="4918472"/>
            <a:ext cx="36080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(0, 0) with left wall removed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8421" y="3634264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28421" y="4428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Exit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0228421" y="4918472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(width-1, height-1) with right wall removed</a:t>
            </a: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D855BF-8E28-CF69-2029-384089CB0D31}"/>
              </a:ext>
            </a:extLst>
          </p:cNvPr>
          <p:cNvSpPr/>
          <p:nvPr/>
        </p:nvSpPr>
        <p:spPr>
          <a:xfrm>
            <a:off x="11559852" y="7480453"/>
            <a:ext cx="3007607" cy="649995"/>
          </a:xfrm>
          <a:prstGeom prst="rect">
            <a:avLst/>
          </a:prstGeom>
          <a:solidFill>
            <a:schemeClr val="bg1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BFS Logic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30640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Queue-Based Traversal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the maze level by level, adding cells to a queue.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Visited Cell Tracking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Avoid revisiting cells to prevent infinite loops.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997166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Parent Array for Path Reconstruction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93264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 parent cells to retrace the path.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5671F3-6026-F871-936F-26C873D8FCD8}"/>
              </a:ext>
            </a:extLst>
          </p:cNvPr>
          <p:cNvSpPr/>
          <p:nvPr/>
        </p:nvSpPr>
        <p:spPr>
          <a:xfrm>
            <a:off x="11512626" y="7459070"/>
            <a:ext cx="3007607" cy="649995"/>
          </a:xfrm>
          <a:prstGeom prst="rect">
            <a:avLst/>
          </a:prstGeom>
          <a:solidFill>
            <a:schemeClr val="bg1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5662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Demo Output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615214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14624" y="3849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Generated Maze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4340066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ASCII representation of the maze with walls, start, and exit points.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3615214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406301" y="38496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Solved Maze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4340066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Maze with a \* indicating the solution path.</a:t>
            </a: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E20128-B3D2-EAEC-B3FF-5E68E3344008}"/>
              </a:ext>
            </a:extLst>
          </p:cNvPr>
          <p:cNvSpPr/>
          <p:nvPr/>
        </p:nvSpPr>
        <p:spPr>
          <a:xfrm>
            <a:off x="11512626" y="7492121"/>
            <a:ext cx="3007607" cy="649995"/>
          </a:xfrm>
          <a:prstGeom prst="rect">
            <a:avLst/>
          </a:prstGeom>
          <a:solidFill>
            <a:schemeClr val="bg1"/>
          </a:solidFill>
          <a:ln>
            <a:solidFill>
              <a:srgbClr val="FEFE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731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977283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417439" y="39772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Efficient Solutions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17439" y="4467701"/>
            <a:ext cx="304121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DFS and BFS provide effective solutions for maze generation and solving.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977283"/>
            <a:ext cx="396835" cy="396835"/>
          </a:xfrm>
          <a:prstGeom prst="roundRect">
            <a:avLst>
              <a:gd name="adj" fmla="val 2400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09116" y="39772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 Understanding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309116" y="4467701"/>
            <a:ext cx="304121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representation enhances comprehension of the algorithms.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235</Words>
  <Application>Microsoft Office PowerPoint</Application>
  <PresentationFormat>Custom</PresentationFormat>
  <Paragraphs>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</vt:lpstr>
      <vt:lpstr>Arial</vt:lpstr>
      <vt:lpstr>Raleway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GOAT KRATOS</cp:lastModifiedBy>
  <cp:revision>4</cp:revision>
  <dcterms:created xsi:type="dcterms:W3CDTF">2025-01-12T07:11:49Z</dcterms:created>
  <dcterms:modified xsi:type="dcterms:W3CDTF">2025-01-20T08:07:44Z</dcterms:modified>
</cp:coreProperties>
</file>